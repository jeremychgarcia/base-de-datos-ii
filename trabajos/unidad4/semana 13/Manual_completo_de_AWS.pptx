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96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LOS ANDES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Base de Datos II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8229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cuentas, Amazon RDS y administración de bases de datos SQL Server en la nube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Chancasanampa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Garcia Jeremy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81888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20293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8698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77656" y="859536"/>
            <a:ext cx="2715768" cy="4187952"/>
          </a:xfrm>
          <a:prstGeom prst="roundRect">
            <a:avLst>
              <a:gd name="adj" fmla="val 2694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0" descr="./media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914400"/>
            <a:ext cx="2606040" cy="40782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73252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crear una cuenta en Amazon Web Services (AWS).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70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servicio Amazon RDS (Relational Database Service).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0273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una instancia de base de datos con el motor SQL Server.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3542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39826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bases de datos en la nube de forma segura.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46811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3309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tablas y vistas dentro de la base de datos administrada.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AWS?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 es la plataforma de servicios en la nube de Amazon. Ofrece infraestructura, cómputo, almacenamiento y bases de datos bajo demanda, sin necesidad de administrar servidores físicos propios.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F2F3F3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0052" y="2926080"/>
            <a:ext cx="731520" cy="7315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1940052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9900"/>
                </a:solidFill>
              </a:rPr>
              <a:t>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alojar aplicaciones, sitios web y bases de datos, ejecutar cómputo escalable y almacenar información de forma remota y accesible desde cualquier lugar.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7304" y="260604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F2F3F3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28716" y="2926080"/>
            <a:ext cx="731520" cy="7315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728716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9900"/>
                </a:solidFill>
              </a:rPr>
              <a:t>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65904" y="3840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en la nube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1624" y="434340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servicios como Amazon RDS, gestiona motores como SQL Server, MySQL o PostgreSQL sin preocuparse por el mantenimiento del servidor.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5968" y="260604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F2F3F3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17380" y="2926080"/>
            <a:ext cx="731520" cy="7315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951738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9900"/>
                </a:solidFill>
              </a:rPr>
              <a:t>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54568" y="3840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0288" y="434340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Escalabilidad, pago por uso, alta disponibilidad, seguridad gestionada y una capa gratuita (Free Tier) ideal para fines académicos y de aprendizaje.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AWS: búsqueda y registro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AWS en el navegador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AWS Free Tier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“AWS” en el motor de búsqueda de preferencia e ingresar al sitio web oficial.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clic en la opción “Crear una cuenta gratis” (Create a free account) dentro de la página de AWS Free Tier.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CUENTA AWS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AWS: correo, verificación y contraseña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483864" cy="1868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nombre de la cuenta raíz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417320"/>
            <a:ext cx="3483864" cy="1868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544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correo electrónico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01584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./media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417320"/>
            <a:ext cx="3483864" cy="1868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contraseña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3971144"/>
            <a:ext cx="11091672" cy="233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Introducir el correo electrónico y elegir un nombre para la cuenta de AWS.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dirección de correo ingresando el código enviado por AWS.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confirmar la contraseña que dará acceso a la cuenta.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CUENTA AWS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AWS: plan de cuenta y datos de contacto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del plan de cuenta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contacto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plan gratuito (Free Plan), ideal para aprender y experimentar durante 6 meses.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los datos de contacto: nombre, teléfono, país y dirección.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CUENTA AWS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AWS: facturación y acceso a la consola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facturación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de administración de AWS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número de tarjeta únicamente como verificación de identidad; AWS no realiza ningún cobro mientras se use el plan gratuito.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confirmar el registro y verificar el número de celular, se accede a la consola de administración de AWS.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CUENTA AWS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búsqueda del servicio y creación de la base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del servicio RDS en la consola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Amazon RDS: crear base de datos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(Relational Database Service) permite crear y administrar bases de datos relacionales en la nube.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“RDS” en la consola de AWS y se ingresa a la pestaña “Bases de datos”.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da clic en “Crear base de datos” con configuración completa (Standard create).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motor de base de datos e identificador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SQL Server y método de creación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de instancia y credenciales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selecciona el motor de base de datos Microsoft SQL Server y el método “Configuración completa”.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un identificador a la instancia y se definen las credenciales: nombre de usuario maestro y contraseña.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conectividad y configuración adicional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conectividad (VPC)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adicional y creación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configura la conectividad: VPC, subredes y el grupo de seguridad que controlará el acceso a la base de datos.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revisan las opciones de monitoreo y configuración adicional, y finalmente se da clic en “Crear base de datos”.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creación de la instancia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en proceso de creación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creada correctamente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instancia “grados-y-titulos” queda registrada con el estado “Creando” mientras AWS aprovisiona los recursos.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el proceso, la consola confirma que la base de datos se creó correctamente.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detalles de conexión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3183141" y="1362456"/>
            <a:ext cx="5822671" cy="3172968"/>
          </a:xfrm>
          <a:prstGeom prst="roundRect">
            <a:avLst>
              <a:gd name="adj" fmla="val 2305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005" y="1417320"/>
            <a:ext cx="5712943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38005" y="4553712"/>
            <a:ext cx="5712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contraseña y endpoint de la base de datos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muestra el usuario maestro, la contraseña y el punto de enlace (endpoint) de la base de datos.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endpoint y estas credenciales se utilizarán más adelante para conectarse desde SQL Server Management Studio.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Conectividad: base de datos disponible y acceso público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con estado “Disponible”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instancia: habilitar acceso público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disponible la base de datos, se ingresa a modificar la instancia para habilitar la conectividad externa.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“Conectividad” se selecciona “Accesible públicamente” y se confirma el puerto 1433 usado por SQL Server.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CONECTIVIDAD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Conectividad: acceso al servicio EC2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EC2 en la consola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EC2: recursos y seguridad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“EC2” en la consola de AWS, servicio donde se administran los grupos de seguridad (firewall) de la red.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panel de EC2 se accede a la sección “Grupos de seguridad” en el menú “Red y seguridad”.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CONECTIVIDAD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Conectividad: regla de entrada IPv4 0.0.0.0/0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483864" cy="1868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seguridad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417320"/>
            <a:ext cx="3483864" cy="1868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544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entrada del grupo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01584" y="1362456"/>
            <a:ext cx="3593592" cy="1977752"/>
          </a:xfrm>
          <a:prstGeom prst="roundRect">
            <a:avLst>
              <a:gd name="adj" fmla="val 3699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./media/media/imag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417320"/>
            <a:ext cx="3483864" cy="1868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35849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y guardado de la regla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3971144"/>
            <a:ext cx="11091672" cy="233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selecciona el grupo de seguridad “default” asociado a la instancia de base de datos.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revisan las reglas de entrada (Inbound rules), donde se define el protocolo MSSQL y el puerto 1433.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edita el origen a la dirección IPv4 “0.0.0.0/0” para permitir el acceso público y se guardan los cambios.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CONECTIVIDAD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mediante SQL Server Management Studio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3183141" y="1362456"/>
            <a:ext cx="5822671" cy="3172968"/>
          </a:xfrm>
          <a:prstGeom prst="roundRect">
            <a:avLst>
              <a:gd name="adj" fmla="val 2305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005" y="1417320"/>
            <a:ext cx="5712943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38005" y="4553712"/>
            <a:ext cx="5712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conexión al servidor en SSMS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SQL Server Management Studio previamente instalado, se ingresa el endpoint de RDS como nombre del servidor.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“Autenticación de SQL Server” y se ingresan el usuario maestro y la contraseña configurados en RDS.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conectar correctamente, la instancia queda disponible en el Explorador de objetos para administrar bases de datos.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SSMS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base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85816" cy="2887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T-SQL de creación de la base de datos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362456"/>
            <a:ext cx="5495544" cy="2997565"/>
          </a:xfrm>
          <a:prstGeom prst="roundRect">
            <a:avLst>
              <a:gd name="adj" fmla="val 2440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./media/media/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17320"/>
            <a:ext cx="5385816" cy="2887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54496" y="4378309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creada correctamente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990957"/>
            <a:ext cx="11091672" cy="131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nueva consulta se escribe el script para eliminar la base de datos si ya existe y crear “GradosTitulos”, definiendo archivos de datos y de registro (log).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ejecutar el script, SQL Server confirma que los comandos se completaron correctamente.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BASE DE DATOS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tablas mediante esquemas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3183141" y="1362456"/>
            <a:ext cx="5822671" cy="3172968"/>
          </a:xfrm>
          <a:prstGeom prst="roundRect">
            <a:avLst>
              <a:gd name="adj" fmla="val 2305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005" y="1417320"/>
            <a:ext cx="5712943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38005" y="4553712"/>
            <a:ext cx="5712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esquemas y tablas de catálogo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base de datos “GradosTitulos” se crean esquemas (Catalogo, Academico, Tramite, Evaluacion, Documento) para organizar las tablas por módulo.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estos esquemas se crean las tablas de catálogo y las entidades académicas principales del sistema de Grados y Títulos.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TABLAS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vistas y verificación final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" name="Shape 4"/>
          <p:cNvSpPr/>
          <p:nvPr/>
        </p:nvSpPr>
        <p:spPr>
          <a:xfrm>
            <a:off x="3183141" y="1362456"/>
            <a:ext cx="5822671" cy="3172968"/>
          </a:xfrm>
          <a:prstGeom prst="roundRect">
            <a:avLst>
              <a:gd name="adj" fmla="val 2305"/>
            </a:avLst>
          </a:prstGeom>
          <a:solidFill>
            <a:srgbClr val="F2F3F3"/>
          </a:solidFill>
          <a:ln w="19050">
            <a:solidFill>
              <a:srgbClr val="FF9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./media/media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005" y="1417320"/>
            <a:ext cx="5712943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38005" y="4553712"/>
            <a:ext cx="5712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y vistas creadas en el Explorador de objetos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Explorador de objetos muestra las tablas creadas en cada esquema (Docente, Facultad, Matrícula, Trámite, entre otras).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además vistas como V_CondicionEgresado, V_NotaFinalSustentacion y V_EstadoTrabajo para consultar información consolidada.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consulta final valida el número de columnas e índices de cada tabla y confirma la creación correcta de las vistas.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VISTAS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ofrece una alternativa flexible y escalable para el alojamiento de bases de datos, eliminando la necesidad de administrar servidores físicos.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26771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simplifica la creación y configuración de instancias de bases de datos con motores como SQL Server, reduciendo tareas administrativas.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25526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correcta configuración de la conectividad y los grupos de seguridad es fundamental para garantizar un acceso remoto seguro y funcional.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2428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SQL Server Management Studio permite administrar la base de datos en la nube con la misma facilidad que una instalación local.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303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gratuita (Free Tier) de AWS resulta una herramienta valiosa para el aprendizaje práctico de bases de datos en entornos reales.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1828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el acceso público de la base de datos a rangos de IP específicos en entornos productivos, en lugar de 0.0.0.0/0.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700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contraseñas robustas y rotarlas periódicamente para el usuario administrador de la base de datos.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0273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copias de seguridad automáticas (snapshots) para prevenir pérdida de información.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3542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39826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consumo de recursos con Amazon CloudWatch para evitar sobrecostos fuera de la capa gratuita.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46811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3309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cada script de creación de tablas y vistas para facilitar el mantenimiento futuro de la base de datos.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 DE AWS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686032" y="6400800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</Words>
  <Application>Microsoft Office PowerPoint</Application>
  <PresentationFormat>Panorámica</PresentationFormat>
  <Paragraphs>233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Jeremy_G</cp:lastModifiedBy>
  <cp:revision>2</cp:revision>
  <dcterms:created xsi:type="dcterms:W3CDTF">2026-07-14T06:42:31Z</dcterms:created>
  <dcterms:modified xsi:type="dcterms:W3CDTF">2026-07-14T06:46:24Z</dcterms:modified>
</cp:coreProperties>
</file>